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0" r:id="rId6"/>
  </p:sldIdLst>
  <p:sldSz cx="540067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17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Fernández" initials="PF" lastIdx="6" clrIdx="0">
    <p:extLst>
      <p:ext uri="{19B8F6BF-5375-455C-9EA6-DF929625EA0E}">
        <p15:presenceInfo xmlns:p15="http://schemas.microsoft.com/office/powerpoint/2012/main" userId="b2fccc5d8f83c9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26" autoAdjust="0"/>
    <p:restoredTop sz="94660"/>
  </p:normalViewPr>
  <p:slideViewPr>
    <p:cSldViewPr snapToGrid="0">
      <p:cViewPr varScale="1">
        <p:scale>
          <a:sx n="266" d="100"/>
          <a:sy n="266" d="100"/>
        </p:scale>
        <p:origin x="210" y="408"/>
      </p:cViewPr>
      <p:guideLst>
        <p:guide orient="horz" pos="1134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7T10:29:01.778" idx="4">
    <p:pos x="10" y="10"/>
    <p:text>Plantilla versión impresión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7T10:28:41.738" idx="3">
    <p:pos x="10" y="10"/>
    <p:text>Plantilla ejemplo con imagen 2000 de cada experimento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7T10:28:19.473" idx="2">
    <p:pos x="10" y="10"/>
    <p:text>Plantilla con recuadros para calcular anclas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7T10:29:01.778" idx="6">
    <p:pos x="10" y="10"/>
    <p:text>Plantilla versión impresión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7T10:29:01.778" idx="5">
    <p:pos x="10" y="10"/>
    <p:text>Plantilla versión impresión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589241"/>
            <a:ext cx="459057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891070"/>
            <a:ext cx="405050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91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62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897613"/>
            <a:ext cx="465808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2409469"/>
            <a:ext cx="465808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/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013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958453"/>
            <a:ext cx="2295287" cy="2284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958453"/>
            <a:ext cx="2295287" cy="2284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084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91691"/>
            <a:ext cx="4658082" cy="6959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882610"/>
            <a:ext cx="228473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315164"/>
            <a:ext cx="2284738" cy="193440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882610"/>
            <a:ext cx="22959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315164"/>
            <a:ext cx="2295990" cy="193440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42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34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43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518399"/>
            <a:ext cx="273409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51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518399"/>
            <a:ext cx="273409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39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91691"/>
            <a:ext cx="1164521" cy="30512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91691"/>
            <a:ext cx="3426053" cy="30512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074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91691"/>
            <a:ext cx="465808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958453"/>
            <a:ext cx="465808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0DE23-17A7-4B61-988D-88B53FCCB1C4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3337084"/>
            <a:ext cx="182272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4AE82-B2E7-40FC-8793-3CCDBE640F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31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comments" Target="../comments/comment2.xml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3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3.jpg"/><Relationship Id="rId4" Type="http://schemas.openxmlformats.org/officeDocument/2006/relationships/image" Target="../media/image6.jpg"/><Relationship Id="rId9" Type="http://schemas.openxmlformats.org/officeDocument/2006/relationships/comments" Target="../comments/commen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64BA9A-4DCB-4626-95DF-289D6C7B9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38" y="1260225"/>
            <a:ext cx="1080000" cy="108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62335A0-3A55-41AE-9D2A-D454EEC65FFD}"/>
              </a:ext>
            </a:extLst>
          </p:cNvPr>
          <p:cNvSpPr/>
          <p:nvPr/>
        </p:nvSpPr>
        <p:spPr>
          <a:xfrm>
            <a:off x="1261275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D576A6-5F0E-4710-89A1-F605F3CE63DB}"/>
              </a:ext>
            </a:extLst>
          </p:cNvPr>
          <p:cNvSpPr/>
          <p:nvPr/>
        </p:nvSpPr>
        <p:spPr>
          <a:xfrm rot="5400000">
            <a:off x="2610337" y="1582410"/>
            <a:ext cx="252000" cy="2376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EAE3CA-FAE9-4692-A114-7655E6230B44}"/>
              </a:ext>
            </a:extLst>
          </p:cNvPr>
          <p:cNvSpPr/>
          <p:nvPr/>
        </p:nvSpPr>
        <p:spPr>
          <a:xfrm>
            <a:off x="2521554" y="732791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177EDC-2901-44E1-BC81-760FE86912BF}"/>
              </a:ext>
            </a:extLst>
          </p:cNvPr>
          <p:cNvSpPr/>
          <p:nvPr/>
        </p:nvSpPr>
        <p:spPr>
          <a:xfrm>
            <a:off x="3421834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49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64BA9A-4DCB-4626-95DF-289D6C7B9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38" y="1260225"/>
            <a:ext cx="1080000" cy="108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62335A0-3A55-41AE-9D2A-D454EEC65FFD}"/>
              </a:ext>
            </a:extLst>
          </p:cNvPr>
          <p:cNvSpPr/>
          <p:nvPr/>
        </p:nvSpPr>
        <p:spPr>
          <a:xfrm>
            <a:off x="1261275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D576A6-5F0E-4710-89A1-F605F3CE63DB}"/>
              </a:ext>
            </a:extLst>
          </p:cNvPr>
          <p:cNvSpPr/>
          <p:nvPr/>
        </p:nvSpPr>
        <p:spPr>
          <a:xfrm rot="5400000">
            <a:off x="2610337" y="1582410"/>
            <a:ext cx="252000" cy="2376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EAE3CA-FAE9-4692-A114-7655E6230B44}"/>
              </a:ext>
            </a:extLst>
          </p:cNvPr>
          <p:cNvSpPr/>
          <p:nvPr/>
        </p:nvSpPr>
        <p:spPr>
          <a:xfrm>
            <a:off x="2521554" y="732791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177EDC-2901-44E1-BC81-760FE86912BF}"/>
              </a:ext>
            </a:extLst>
          </p:cNvPr>
          <p:cNvSpPr/>
          <p:nvPr/>
        </p:nvSpPr>
        <p:spPr>
          <a:xfrm>
            <a:off x="3421834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BCAEC9A-EC4F-4E4B-ADE7-3F6EDB88DE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1" t="6150" r="63114" b="8274"/>
          <a:stretch/>
        </p:blipFill>
        <p:spPr>
          <a:xfrm>
            <a:off x="1287560" y="640639"/>
            <a:ext cx="664995" cy="1836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FB37A4F-5EC7-4629-BDD7-C3D531EA9C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5" t="4357" r="55860" b="13583"/>
          <a:stretch/>
        </p:blipFill>
        <p:spPr>
          <a:xfrm>
            <a:off x="3446375" y="640639"/>
            <a:ext cx="668483" cy="1836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7BD001E-D42E-4C29-82BE-3B937A3BA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422" y="2771433"/>
            <a:ext cx="428684" cy="41439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CAE06AE-50F6-47F1-9795-CC1069D12D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617" y="2118509"/>
            <a:ext cx="516577" cy="54177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3E96D09-656D-4B4A-9B75-BA6B6274796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3" t="21623" r="14849" b="70360"/>
          <a:stretch/>
        </p:blipFill>
        <p:spPr>
          <a:xfrm>
            <a:off x="1582537" y="2690263"/>
            <a:ext cx="2307600" cy="17739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75A2D5E-68AD-4624-BC7D-95012843D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367" y="722191"/>
            <a:ext cx="479940" cy="4346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26B9B1F-ECD5-4B2D-9E6C-DB621AAC4D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78" y="732791"/>
            <a:ext cx="435469" cy="42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4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64BA9A-4DCB-4626-95DF-289D6C7B9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38" y="1260225"/>
            <a:ext cx="1080000" cy="108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62335A0-3A55-41AE-9D2A-D454EEC65FFD}"/>
              </a:ext>
            </a:extLst>
          </p:cNvPr>
          <p:cNvSpPr/>
          <p:nvPr/>
        </p:nvSpPr>
        <p:spPr>
          <a:xfrm>
            <a:off x="1261275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D576A6-5F0E-4710-89A1-F605F3CE63DB}"/>
              </a:ext>
            </a:extLst>
          </p:cNvPr>
          <p:cNvSpPr/>
          <p:nvPr/>
        </p:nvSpPr>
        <p:spPr>
          <a:xfrm rot="5400000">
            <a:off x="2610337" y="1582410"/>
            <a:ext cx="252000" cy="2376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EAE3CA-FAE9-4692-A114-7655E6230B44}"/>
              </a:ext>
            </a:extLst>
          </p:cNvPr>
          <p:cNvSpPr/>
          <p:nvPr/>
        </p:nvSpPr>
        <p:spPr>
          <a:xfrm>
            <a:off x="2521554" y="732791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177EDC-2901-44E1-BC81-760FE86912BF}"/>
              </a:ext>
            </a:extLst>
          </p:cNvPr>
          <p:cNvSpPr/>
          <p:nvPr/>
        </p:nvSpPr>
        <p:spPr>
          <a:xfrm>
            <a:off x="3421834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B54330-4D77-4B6F-A120-046074B528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0" t="2483" r="64374" b="12229"/>
          <a:stretch/>
        </p:blipFill>
        <p:spPr>
          <a:xfrm>
            <a:off x="1293826" y="639939"/>
            <a:ext cx="652463" cy="1837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11F989C-186A-461C-B050-EACADBBB51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30" t="4198" r="25569" b="13916"/>
          <a:stretch/>
        </p:blipFill>
        <p:spPr>
          <a:xfrm>
            <a:off x="3461084" y="656318"/>
            <a:ext cx="645765" cy="1836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A56F1F1-FCDA-4BF6-9B65-1AD6B3325D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5" t="22636" r="14191" b="69167"/>
          <a:stretch/>
        </p:blipFill>
        <p:spPr>
          <a:xfrm>
            <a:off x="1581834" y="2687659"/>
            <a:ext cx="230900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4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62335A0-3A55-41AE-9D2A-D454EEC65FFD}"/>
              </a:ext>
            </a:extLst>
          </p:cNvPr>
          <p:cNvSpPr/>
          <p:nvPr/>
        </p:nvSpPr>
        <p:spPr>
          <a:xfrm>
            <a:off x="1261275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D576A6-5F0E-4710-89A1-F605F3CE63DB}"/>
              </a:ext>
            </a:extLst>
          </p:cNvPr>
          <p:cNvSpPr/>
          <p:nvPr/>
        </p:nvSpPr>
        <p:spPr>
          <a:xfrm rot="5400000">
            <a:off x="2610337" y="1582410"/>
            <a:ext cx="252000" cy="2376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EAE3CA-FAE9-4692-A114-7655E6230B44}"/>
              </a:ext>
            </a:extLst>
          </p:cNvPr>
          <p:cNvSpPr/>
          <p:nvPr/>
        </p:nvSpPr>
        <p:spPr>
          <a:xfrm>
            <a:off x="2521554" y="732791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177EDC-2901-44E1-BC81-760FE86912BF}"/>
              </a:ext>
            </a:extLst>
          </p:cNvPr>
          <p:cNvSpPr/>
          <p:nvPr/>
        </p:nvSpPr>
        <p:spPr>
          <a:xfrm>
            <a:off x="3421834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F5DC14-9EE0-460B-A27D-F925AF982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37" y="1260225"/>
            <a:ext cx="1080000" cy="108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49FEDDB-A763-4084-AA40-D59BB7E44FE4}"/>
              </a:ext>
            </a:extLst>
          </p:cNvPr>
          <p:cNvSpPr/>
          <p:nvPr/>
        </p:nvSpPr>
        <p:spPr>
          <a:xfrm>
            <a:off x="4322113" y="802639"/>
            <a:ext cx="756000" cy="1512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43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62335A0-3A55-41AE-9D2A-D454EEC65FFD}"/>
              </a:ext>
            </a:extLst>
          </p:cNvPr>
          <p:cNvSpPr/>
          <p:nvPr/>
        </p:nvSpPr>
        <p:spPr>
          <a:xfrm>
            <a:off x="1261275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D576A6-5F0E-4710-89A1-F605F3CE63DB}"/>
              </a:ext>
            </a:extLst>
          </p:cNvPr>
          <p:cNvSpPr/>
          <p:nvPr/>
        </p:nvSpPr>
        <p:spPr>
          <a:xfrm rot="5400000">
            <a:off x="2610337" y="1582410"/>
            <a:ext cx="252000" cy="2376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EAE3CA-FAE9-4692-A114-7655E6230B44}"/>
              </a:ext>
            </a:extLst>
          </p:cNvPr>
          <p:cNvSpPr/>
          <p:nvPr/>
        </p:nvSpPr>
        <p:spPr>
          <a:xfrm>
            <a:off x="2521554" y="732791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177EDC-2901-44E1-BC81-760FE86912BF}"/>
              </a:ext>
            </a:extLst>
          </p:cNvPr>
          <p:cNvSpPr/>
          <p:nvPr/>
        </p:nvSpPr>
        <p:spPr>
          <a:xfrm>
            <a:off x="3421834" y="604639"/>
            <a:ext cx="720000" cy="190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F5DC14-9EE0-460B-A27D-F925AF982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37" y="1260225"/>
            <a:ext cx="1080000" cy="108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49FEDDB-A763-4084-AA40-D59BB7E44FE4}"/>
              </a:ext>
            </a:extLst>
          </p:cNvPr>
          <p:cNvSpPr/>
          <p:nvPr/>
        </p:nvSpPr>
        <p:spPr>
          <a:xfrm>
            <a:off x="4322113" y="802639"/>
            <a:ext cx="756000" cy="1512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22A9D7E-FF21-430E-87EA-38CA66C54F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1" t="6150" r="63114" b="8274"/>
          <a:stretch/>
        </p:blipFill>
        <p:spPr>
          <a:xfrm>
            <a:off x="1287560" y="640639"/>
            <a:ext cx="664995" cy="1836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1EF907B-8403-4767-91F4-42F99FDCB2C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3" t="21623" r="14849" b="70360"/>
          <a:stretch/>
        </p:blipFill>
        <p:spPr>
          <a:xfrm>
            <a:off x="1582537" y="2690263"/>
            <a:ext cx="2307600" cy="17739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4F59A39-E371-4329-AF32-F282015ECFF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5" t="4357" r="55860" b="13583"/>
          <a:stretch/>
        </p:blipFill>
        <p:spPr>
          <a:xfrm>
            <a:off x="3446375" y="640639"/>
            <a:ext cx="668483" cy="1836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9D7390-4890-4384-9E0A-8FA634A348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45" t="29317" r="28171" b="18900"/>
          <a:stretch/>
        </p:blipFill>
        <p:spPr>
          <a:xfrm>
            <a:off x="4358070" y="838639"/>
            <a:ext cx="684085" cy="144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D5EAC51-5DE3-493C-99C9-500B2D63C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2835" y="695801"/>
            <a:ext cx="483802" cy="41233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9B77D20-16DB-4950-AD8D-21CDC77EF0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2843" y="695801"/>
            <a:ext cx="434034" cy="41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462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523</TotalTime>
  <Words>0</Words>
  <Application>Microsoft Office PowerPoint</Application>
  <PresentationFormat>Personalizado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Fernández</dc:creator>
  <cp:lastModifiedBy>Pedro Fernández</cp:lastModifiedBy>
  <cp:revision>22</cp:revision>
  <dcterms:created xsi:type="dcterms:W3CDTF">2026-05-26T09:33:05Z</dcterms:created>
  <dcterms:modified xsi:type="dcterms:W3CDTF">2026-05-28T11:43:05Z</dcterms:modified>
</cp:coreProperties>
</file>